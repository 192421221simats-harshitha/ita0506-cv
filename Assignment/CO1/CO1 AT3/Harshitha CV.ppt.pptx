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70B3CF-D641-45C9-AB40-D5E2BBC88F14}" v="1" dt="2026-07-16T08:14:25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a G S" userId="43884045fe99a2e9" providerId="LiveId" clId="{66E310DB-E694-4FAC-BE35-28CDEC5ACDBB}"/>
    <pc:docChg chg="custSel modSld">
      <pc:chgData name="Harshitha G S" userId="43884045fe99a2e9" providerId="LiveId" clId="{66E310DB-E694-4FAC-BE35-28CDEC5ACDBB}" dt="2026-07-16T08:29:15.679" v="84" actId="255"/>
      <pc:docMkLst>
        <pc:docMk/>
      </pc:docMkLst>
      <pc:sldChg chg="addSp modSp mod">
        <pc:chgData name="Harshitha G S" userId="43884045fe99a2e9" providerId="LiveId" clId="{66E310DB-E694-4FAC-BE35-28CDEC5ACDBB}" dt="2026-07-16T08:29:15.679" v="84" actId="255"/>
        <pc:sldMkLst>
          <pc:docMk/>
          <pc:sldMk cId="2596142860" sldId="256"/>
        </pc:sldMkLst>
        <pc:spChg chg="mod">
          <ac:chgData name="Harshitha G S" userId="43884045fe99a2e9" providerId="LiveId" clId="{66E310DB-E694-4FAC-BE35-28CDEC5ACDBB}" dt="2026-07-16T08:29:15.679" v="84" actId="255"/>
          <ac:spMkLst>
            <pc:docMk/>
            <pc:sldMk cId="2596142860" sldId="256"/>
            <ac:spMk id="4" creationId="{B8A585D2-0225-10E0-A4B5-2C53E5FBCB2B}"/>
          </ac:spMkLst>
        </pc:spChg>
        <pc:spChg chg="add mod">
          <ac:chgData name="Harshitha G S" userId="43884045fe99a2e9" providerId="LiveId" clId="{66E310DB-E694-4FAC-BE35-28CDEC5ACDBB}" dt="2026-07-16T08:15:24.644" v="83" actId="113"/>
          <ac:spMkLst>
            <pc:docMk/>
            <pc:sldMk cId="2596142860" sldId="256"/>
            <ac:spMk id="5" creationId="{F3871353-2852-43C0-B424-955BF9876F53}"/>
          </ac:spMkLst>
        </pc:spChg>
      </pc:sldChg>
      <pc:sldChg chg="addSp modSp mod">
        <pc:chgData name="Harshitha G S" userId="43884045fe99a2e9" providerId="LiveId" clId="{66E310DB-E694-4FAC-BE35-28CDEC5ACDBB}" dt="2026-07-15T05:49:10.743" v="37" actId="20577"/>
        <pc:sldMkLst>
          <pc:docMk/>
          <pc:sldMk cId="1871749590" sldId="257"/>
        </pc:sldMkLst>
        <pc:spChg chg="mod">
          <ac:chgData name="Harshitha G S" userId="43884045fe99a2e9" providerId="LiveId" clId="{66E310DB-E694-4FAC-BE35-28CDEC5ACDBB}" dt="2026-07-15T05:49:10.743" v="37" actId="20577"/>
          <ac:spMkLst>
            <pc:docMk/>
            <pc:sldMk cId="1871749590" sldId="257"/>
            <ac:spMk id="9" creationId="{BA549BD6-2E90-585D-395B-791AC7D65CC6}"/>
          </ac:spMkLst>
        </pc:spChg>
        <pc:spChg chg="mod">
          <ac:chgData name="Harshitha G S" userId="43884045fe99a2e9" providerId="LiveId" clId="{66E310DB-E694-4FAC-BE35-28CDEC5ACDBB}" dt="2026-07-15T05:19:52.566" v="6" actId="1076"/>
          <ac:spMkLst>
            <pc:docMk/>
            <pc:sldMk cId="1871749590" sldId="257"/>
            <ac:spMk id="13" creationId="{97456C89-53A1-DF7B-0A5A-F000EEE291FF}"/>
          </ac:spMkLst>
        </pc:spChg>
        <pc:picChg chg="add mod">
          <ac:chgData name="Harshitha G S" userId="43884045fe99a2e9" providerId="LiveId" clId="{66E310DB-E694-4FAC-BE35-28CDEC5ACDBB}" dt="2026-07-15T05:20:01.320" v="9" actId="1076"/>
          <ac:picMkLst>
            <pc:docMk/>
            <pc:sldMk cId="1871749590" sldId="257"/>
            <ac:picMk id="3" creationId="{C3D42CC2-B86F-F2E3-7D66-28E364C6F437}"/>
          </ac:picMkLst>
        </pc:picChg>
      </pc:sldChg>
      <pc:sldChg chg="addSp modSp mod">
        <pc:chgData name="Harshitha G S" userId="43884045fe99a2e9" providerId="LiveId" clId="{66E310DB-E694-4FAC-BE35-28CDEC5ACDBB}" dt="2026-07-15T05:44:42.368" v="36" actId="20577"/>
        <pc:sldMkLst>
          <pc:docMk/>
          <pc:sldMk cId="7526141" sldId="258"/>
        </pc:sldMkLst>
        <pc:spChg chg="mod">
          <ac:chgData name="Harshitha G S" userId="43884045fe99a2e9" providerId="LiveId" clId="{66E310DB-E694-4FAC-BE35-28CDEC5ACDBB}" dt="2026-07-15T05:44:42.368" v="36" actId="20577"/>
          <ac:spMkLst>
            <pc:docMk/>
            <pc:sldMk cId="7526141" sldId="258"/>
            <ac:spMk id="11" creationId="{638D2110-6FAD-B999-801C-302F7F4757B7}"/>
          </ac:spMkLst>
        </pc:spChg>
        <pc:picChg chg="add mod">
          <ac:chgData name="Harshitha G S" userId="43884045fe99a2e9" providerId="LiveId" clId="{66E310DB-E694-4FAC-BE35-28CDEC5ACDBB}" dt="2026-07-15T05:23:19.782" v="20" actId="1076"/>
          <ac:picMkLst>
            <pc:docMk/>
            <pc:sldMk cId="7526141" sldId="258"/>
            <ac:picMk id="4" creationId="{DA89E131-ABA3-9293-2699-EAD42FBC449C}"/>
          </ac:picMkLst>
        </pc:picChg>
      </pc:sldChg>
      <pc:sldChg chg="addSp delSp modSp mod">
        <pc:chgData name="Harshitha G S" userId="43884045fe99a2e9" providerId="LiveId" clId="{66E310DB-E694-4FAC-BE35-28CDEC5ACDBB}" dt="2026-07-15T05:23:05.918" v="16" actId="478"/>
        <pc:sldMkLst>
          <pc:docMk/>
          <pc:sldMk cId="2321558059" sldId="259"/>
        </pc:sldMkLst>
        <pc:picChg chg="add del mod">
          <ac:chgData name="Harshitha G S" userId="43884045fe99a2e9" providerId="LiveId" clId="{66E310DB-E694-4FAC-BE35-28CDEC5ACDBB}" dt="2026-07-15T05:23:05.918" v="16" actId="478"/>
          <ac:picMkLst>
            <pc:docMk/>
            <pc:sldMk cId="2321558059" sldId="259"/>
            <ac:picMk id="4" creationId="{B6D40998-C80A-19B0-015E-9E208DDD269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C447-6825-0AE2-6DFC-9345A17CD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598FD0-F0F7-8150-0B17-053C9CC91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396B5-DADE-500C-4431-6DB2CC1B6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BBE-6E95-4CCA-AC0A-8B685007A810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B4A83-3BCE-F75C-901A-062EEC1C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5A9FF-113A-DEEC-7330-CFBF77633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5388-9AD2-4225-946A-AD6D1645E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55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F3C11-6B26-1C9C-0648-1933A72EB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4E019-7D6B-D5DA-372F-B60696402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BCC83-6AFE-FDF8-3C51-FFB276F1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BBE-6E95-4CCA-AC0A-8B685007A810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9B598-97DE-A9AF-D87E-0D9A4A81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99B52-8474-F3AD-8E81-8C6C10889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5388-9AD2-4225-946A-AD6D1645E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923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D6DB8-16B5-CCE9-0C09-ECC801C78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A0775-503E-5516-DA03-73A4F3FDC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147AB-9F9F-AE56-AC6A-6CE437CF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BBE-6E95-4CCA-AC0A-8B685007A810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A55FF-3CE2-A517-104A-7B8EFC168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1D74-CECB-5BA7-4A52-DF2CBEDF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5388-9AD2-4225-946A-AD6D1645E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530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4CA32-00E5-94AC-56A6-B7F0D8DD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B61F3-0A45-146D-9E03-A6BA97516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A45FA-C2F3-A9E4-1703-76F62A27A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EC1FE-F9EE-936B-BF8B-1697684AF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BBE-6E95-4CCA-AC0A-8B685007A810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50F53-6765-191C-5664-B020A144E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DE59E-3E41-BE98-940D-9F9B02503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5388-9AD2-4225-946A-AD6D1645E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874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95640-3C7C-2D36-95E7-D09AE902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F5C9C-CF6D-0B26-87C5-B1AC143A6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939D0-C37E-052A-98D4-B62F41E81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0543EF-113B-7359-3E5A-4F567EB102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0A815-A46C-B32A-3834-9D7DAF4A7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96331-ADB0-3353-A332-94EE863BF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BBE-6E95-4CCA-AC0A-8B685007A810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54732-1CE8-007A-32E0-61495A7C5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2C86FA-2679-8B0F-88BB-74A82B45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5388-9AD2-4225-946A-AD6D1645E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203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8DF10-40F1-E86A-E06F-A4052F422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BE7D70-A295-D7A9-F6A1-EBEC54CF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BBE-6E95-4CCA-AC0A-8B685007A810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2CE698-14A8-71A4-CF17-C653E709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4C1856-7C07-6785-7CC4-4E66B1434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5388-9AD2-4225-946A-AD6D1645E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141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AEF69E-538C-6FBB-2CC4-2768AA2E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BBE-6E95-4CCA-AC0A-8B685007A810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0848B9-DD1C-0DD2-3AB8-2B18BB23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EEA98-1337-577C-2153-96F2FB9E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5388-9AD2-4225-946A-AD6D1645E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99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CD7A3-CCD8-9586-8C1F-1ABEFD40F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D41AD-F85E-5B12-641B-5BAAEB08E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13944-4BF5-3603-7087-ECE2820C2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8B9F3-0AE0-806A-B786-0A048280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BBE-6E95-4CCA-AC0A-8B685007A810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57B0-941A-6A52-4378-32A645C3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FCF12-8D61-38C1-E572-AFFD93133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5388-9AD2-4225-946A-AD6D1645E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60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BC631-6686-53D4-4303-39A4DA59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7CB461-751B-BFB5-C75E-BEB5CBC00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9DAD7-5885-52D5-CA59-FDA3DF645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B5C8B-2163-2F2E-449B-0F362102A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BBE-6E95-4CCA-AC0A-8B685007A810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CCD89-FCAF-CC28-EFD4-93EC9D3B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6FDE4-6CB6-887F-9758-BEFB9747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5388-9AD2-4225-946A-AD6D1645E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166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0BAA-F67F-47E8-2DC5-5A62B008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A8987-BC14-92D6-5EA3-93A34552E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9CB3C-B40D-BEAF-8D84-7F6EB8453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BBE-6E95-4CCA-AC0A-8B685007A810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20582-B962-1C83-97B5-4953242CA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62FB9-F954-9B5E-4D70-041B0E7E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5388-9AD2-4225-946A-AD6D1645E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787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10BD96-82C3-0A72-BE50-005E51958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AC3C8B-E89D-24B9-2194-32999DE39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D6A05-7662-EB73-F72E-EE061E18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CBBE-6E95-4CCA-AC0A-8B685007A810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66D01-0D00-70B2-C2ED-4C220DE4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01FED-2B8D-F493-33B8-701F0787B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25388-9AD2-4225-946A-AD6D1645E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82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663F2-0055-CE2A-0F06-B7918198A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26299-FDFE-7278-0205-EC8940E89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B6C3E-4021-05BD-936E-61D39967A9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FCBBE-6E95-4CCA-AC0A-8B685007A810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458F6-DEA9-31C1-D650-57CB6E0C9A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BE9B3-9665-CFA7-FDD2-5F6C98D48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25388-9AD2-4225-946A-AD6D1645E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314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17E32-50F6-A84E-894B-F017FAD6C4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1342" y="1653999"/>
            <a:ext cx="9013371" cy="1208314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 of Computer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1D9E21-E58B-9CF7-D29F-C83391EE4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1800" y="5333999"/>
            <a:ext cx="5334000" cy="1208314"/>
          </a:xfrm>
        </p:spPr>
        <p:txBody>
          <a:bodyPr/>
          <a:lstStyle/>
          <a:p>
            <a:r>
              <a:rPr lang="en-IN" dirty="0"/>
              <a:t>Presented by: HARSHITHA GS </a:t>
            </a:r>
          </a:p>
          <a:p>
            <a:r>
              <a:rPr lang="en-IN" dirty="0"/>
              <a:t>Reg No:192421221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585D2-0225-10E0-A4B5-2C53E5FBCB2B}"/>
              </a:ext>
            </a:extLst>
          </p:cNvPr>
          <p:cNvSpPr txBox="1"/>
          <p:nvPr/>
        </p:nvSpPr>
        <p:spPr>
          <a:xfrm>
            <a:off x="1034143" y="3231483"/>
            <a:ext cx="977537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>
                <a:latin typeface="Times" panose="02020603050405020304" pitchFamily="18" charset="0"/>
                <a:cs typeface="Times" panose="02020603050405020304" pitchFamily="18" charset="0"/>
              </a:rPr>
              <a:t>ITA0506- COMPUTER VISION</a:t>
            </a:r>
            <a:endParaRPr lang="en-IN" sz="35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6" name="image1.png">
            <a:extLst>
              <a:ext uri="{FF2B5EF4-FFF2-40B4-BE49-F238E27FC236}">
                <a16:creationId xmlns:a16="http://schemas.microsoft.com/office/drawing/2014/main" id="{B7F75C56-3E85-2BB1-5E84-6FD9E6A1D82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684" y="141200"/>
            <a:ext cx="11560629" cy="1088571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871353-2852-43C0-B424-955BF9876F53}"/>
              </a:ext>
            </a:extLst>
          </p:cNvPr>
          <p:cNvSpPr txBox="1"/>
          <p:nvPr/>
        </p:nvSpPr>
        <p:spPr>
          <a:xfrm>
            <a:off x="859971" y="5268686"/>
            <a:ext cx="3186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" panose="02020603050405020304" pitchFamily="18" charset="0"/>
                <a:cs typeface="Times" panose="02020603050405020304" pitchFamily="18" charset="0"/>
              </a:rPr>
              <a:t>Guided By:</a:t>
            </a:r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 Dr. Jeni Gracia</a:t>
            </a:r>
            <a:endParaRPr lang="en-US" sz="2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142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1.png">
            <a:extLst>
              <a:ext uri="{FF2B5EF4-FFF2-40B4-BE49-F238E27FC236}">
                <a16:creationId xmlns:a16="http://schemas.microsoft.com/office/drawing/2014/main" id="{55C98BE7-83DD-A703-D2CE-24BD062615B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67" y="175658"/>
            <a:ext cx="10905066" cy="13903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5265F8-2161-BE62-7474-17B026A62963}"/>
              </a:ext>
            </a:extLst>
          </p:cNvPr>
          <p:cNvSpPr txBox="1"/>
          <p:nvPr/>
        </p:nvSpPr>
        <p:spPr>
          <a:xfrm>
            <a:off x="3233058" y="1709055"/>
            <a:ext cx="5943600" cy="55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" panose="02020603050405020304" pitchFamily="18" charset="0"/>
                <a:cs typeface="Times" panose="02020603050405020304" pitchFamily="18" charset="0"/>
              </a:rPr>
              <a:t>Introduction to Computer Vision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549BD6-2E90-585D-395B-791AC7D65CC6}"/>
              </a:ext>
            </a:extLst>
          </p:cNvPr>
          <p:cNvSpPr txBox="1"/>
          <p:nvPr/>
        </p:nvSpPr>
        <p:spPr>
          <a:xfrm>
            <a:off x="870857" y="2264227"/>
            <a:ext cx="1037287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500" dirty="0">
                <a:latin typeface="Times" panose="02020603050405020304" pitchFamily="18" charset="0"/>
                <a:cs typeface="Times" panose="02020603050405020304" pitchFamily="18" charset="0"/>
              </a:rPr>
              <a:t>Computer Vision is a branch of Artificial Intelligence (AI) that enables computers to capture, process, </a:t>
            </a:r>
            <a:r>
              <a:rPr lang="en-IN" sz="2500" dirty="0" err="1">
                <a:latin typeface="Times" panose="02020603050405020304" pitchFamily="18" charset="0"/>
                <a:cs typeface="Times" panose="02020603050405020304" pitchFamily="18" charset="0"/>
              </a:rPr>
              <a:t>analyze</a:t>
            </a:r>
            <a:r>
              <a:rPr lang="en-IN" sz="2500" dirty="0">
                <a:latin typeface="Times" panose="02020603050405020304" pitchFamily="18" charset="0"/>
                <a:cs typeface="Times" panose="02020603050405020304" pitchFamily="18" charset="0"/>
              </a:rPr>
              <a:t> and interpret images or videos, allowing them to understand and make decisions based on visual information</a:t>
            </a:r>
            <a:r>
              <a:rPr lang="en-IN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38F784-4D7A-B606-2232-142EB2BD7A63}"/>
              </a:ext>
            </a:extLst>
          </p:cNvPr>
          <p:cNvSpPr txBox="1"/>
          <p:nvPr/>
        </p:nvSpPr>
        <p:spPr>
          <a:xfrm>
            <a:off x="555171" y="3429000"/>
            <a:ext cx="21880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" panose="02020603050405020304" pitchFamily="18" charset="0"/>
                <a:cs typeface="Times" panose="02020603050405020304" pitchFamily="18" charset="0"/>
              </a:rPr>
              <a:t>Objectives:</a:t>
            </a:r>
          </a:p>
          <a:p>
            <a:endParaRPr lang="en-IN" sz="30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456C89-53A1-DF7B-0A5A-F000EEE291FF}"/>
              </a:ext>
            </a:extLst>
          </p:cNvPr>
          <p:cNvSpPr txBox="1"/>
          <p:nvPr/>
        </p:nvSpPr>
        <p:spPr>
          <a:xfrm>
            <a:off x="870857" y="4127172"/>
            <a:ext cx="4430487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500" dirty="0">
                <a:latin typeface="Times" panose="02020603050405020304" pitchFamily="18" charset="0"/>
                <a:cs typeface="Times" panose="02020603050405020304" pitchFamily="18" charset="0"/>
              </a:rPr>
              <a:t>Image understanding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500" dirty="0">
                <a:latin typeface="Times" panose="02020603050405020304" pitchFamily="18" charset="0"/>
                <a:cs typeface="Times" panose="02020603050405020304" pitchFamily="18" charset="0"/>
              </a:rPr>
              <a:t>Object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500" dirty="0">
                <a:latin typeface="Times" panose="02020603050405020304" pitchFamily="18" charset="0"/>
                <a:cs typeface="Times" panose="02020603050405020304" pitchFamily="18" charset="0"/>
              </a:rPr>
              <a:t>Face recognition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D42CC2-B86F-F2E3-7D66-28E364C6F4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458" y="4038599"/>
            <a:ext cx="8044542" cy="193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49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2FB87-1DB9-7BF1-492F-044C9E07C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198" y="1382486"/>
            <a:ext cx="8577943" cy="6531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Healthcare and Surveillance</a:t>
            </a: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04FF4BE9-69E5-F2E2-201B-4F36C28E11D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3657" y="130629"/>
            <a:ext cx="11560629" cy="1088571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B3E653-52BF-49F0-7A2C-E5EE2998912D}"/>
              </a:ext>
            </a:extLst>
          </p:cNvPr>
          <p:cNvSpPr txBox="1"/>
          <p:nvPr/>
        </p:nvSpPr>
        <p:spPr>
          <a:xfrm>
            <a:off x="604159" y="1797102"/>
            <a:ext cx="20574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7226E8-6E25-CB7F-F714-BDAC9DE38E01}"/>
              </a:ext>
            </a:extLst>
          </p:cNvPr>
          <p:cNvSpPr txBox="1"/>
          <p:nvPr/>
        </p:nvSpPr>
        <p:spPr>
          <a:xfrm>
            <a:off x="1197429" y="2373087"/>
            <a:ext cx="875211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>
                <a:latin typeface="Times New Roman" panose="02020603050405020304" pitchFamily="18" charset="0"/>
                <a:cs typeface="Times New Roman" panose="02020603050405020304" pitchFamily="18" charset="0"/>
              </a:rPr>
              <a:t>Disease detection from X-rays, CT scans, and MRI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>
                <a:latin typeface="Times New Roman" panose="02020603050405020304" pitchFamily="18" charset="0"/>
                <a:cs typeface="Times New Roman" panose="02020603050405020304" pitchFamily="18" charset="0"/>
              </a:rPr>
              <a:t> Medical image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>
                <a:latin typeface="Times New Roman" panose="02020603050405020304" pitchFamily="18" charset="0"/>
                <a:cs typeface="Times New Roman" panose="02020603050405020304" pitchFamily="18" charset="0"/>
              </a:rPr>
              <a:t> Patient monitoring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>
                <a:latin typeface="Times New Roman" panose="02020603050405020304" pitchFamily="18" charset="0"/>
                <a:cs typeface="Times New Roman" panose="02020603050405020304" pitchFamily="18" charset="0"/>
              </a:rPr>
              <a:t>Surgical assistance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8D2110-6FAD-B999-801C-302F7F4757B7}"/>
              </a:ext>
            </a:extLst>
          </p:cNvPr>
          <p:cNvSpPr txBox="1"/>
          <p:nvPr/>
        </p:nvSpPr>
        <p:spPr>
          <a:xfrm>
            <a:off x="1197429" y="4659906"/>
            <a:ext cx="829491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Smart CCTV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Traffic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Intruder detection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C66AB7-4B13-ECFD-7521-C536E339D4EE}"/>
              </a:ext>
            </a:extLst>
          </p:cNvPr>
          <p:cNvSpPr txBox="1"/>
          <p:nvPr/>
        </p:nvSpPr>
        <p:spPr>
          <a:xfrm>
            <a:off x="604159" y="4157094"/>
            <a:ext cx="186689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9E131-ABA3-9293-2699-EAD42FBC4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98" y="2868796"/>
            <a:ext cx="4882243" cy="385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6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2D97C-BD00-DFBB-71B5-062A93695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7914" y="1513114"/>
            <a:ext cx="9056915" cy="88174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Autonomous Vehicles and Agriculture</a:t>
            </a: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F5EBAF24-F65D-EF7E-318E-302F315CF2D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3657" y="130629"/>
            <a:ext cx="11560629" cy="1088571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606432-95BC-5509-7D1B-6C6D2BE0DC22}"/>
              </a:ext>
            </a:extLst>
          </p:cNvPr>
          <p:cNvSpPr txBox="1"/>
          <p:nvPr/>
        </p:nvSpPr>
        <p:spPr>
          <a:xfrm>
            <a:off x="533400" y="2156330"/>
            <a:ext cx="31242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BA110-C667-4CCE-9E34-93996AE019B9}"/>
              </a:ext>
            </a:extLst>
          </p:cNvPr>
          <p:cNvSpPr txBox="1"/>
          <p:nvPr/>
        </p:nvSpPr>
        <p:spPr>
          <a:xfrm>
            <a:off x="1513114" y="2516379"/>
            <a:ext cx="752202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 recognition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Pedestrian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 avoidance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E47534-F663-B615-00E9-776A9184D7F7}"/>
              </a:ext>
            </a:extLst>
          </p:cNvPr>
          <p:cNvSpPr txBox="1"/>
          <p:nvPr/>
        </p:nvSpPr>
        <p:spPr>
          <a:xfrm>
            <a:off x="533400" y="4269117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1B375E-2F2D-8D0A-27F9-792C8ED818DA}"/>
              </a:ext>
            </a:extLst>
          </p:cNvPr>
          <p:cNvSpPr txBox="1"/>
          <p:nvPr/>
        </p:nvSpPr>
        <p:spPr>
          <a:xfrm>
            <a:off x="1513114" y="4698555"/>
            <a:ext cx="673825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disease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Weed identification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Drone-based field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Fruit quality inspection</a:t>
            </a:r>
          </a:p>
        </p:txBody>
      </p:sp>
    </p:spTree>
    <p:extLst>
      <p:ext uri="{BB962C8B-B14F-4D97-AF65-F5344CB8AC3E}">
        <p14:creationId xmlns:p14="http://schemas.microsoft.com/office/powerpoint/2010/main" val="2321558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0175D-FBB3-92D4-0C0D-B7459797B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628" y="1597025"/>
            <a:ext cx="3548743" cy="5365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Retail</a:t>
            </a: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B9FC331F-9712-C555-E318-780E82DFDCC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3657" y="130629"/>
            <a:ext cx="11560629" cy="1088571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AFAC2D-9944-ED85-CDCB-8081D44F821B}"/>
              </a:ext>
            </a:extLst>
          </p:cNvPr>
          <p:cNvSpPr txBox="1"/>
          <p:nvPr/>
        </p:nvSpPr>
        <p:spPr>
          <a:xfrm>
            <a:off x="674914" y="2196522"/>
            <a:ext cx="113211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639422-E9A1-74F2-2C41-354A6C6AAB97}"/>
              </a:ext>
            </a:extLst>
          </p:cNvPr>
          <p:cNvSpPr txBox="1"/>
          <p:nvPr/>
        </p:nvSpPr>
        <p:spPr>
          <a:xfrm>
            <a:off x="1143000" y="2669266"/>
            <a:ext cx="664028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checkout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Inventory management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Shelf monitoring Customer behaviour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identification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DBC98F-84B6-BC71-A5A5-ACFFA3C74959}"/>
              </a:ext>
            </a:extLst>
          </p:cNvPr>
          <p:cNvSpPr txBox="1"/>
          <p:nvPr/>
        </p:nvSpPr>
        <p:spPr>
          <a:xfrm>
            <a:off x="772885" y="4300482"/>
            <a:ext cx="14586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801260-E04A-70D0-6381-5C65E8EE1D00}"/>
              </a:ext>
            </a:extLst>
          </p:cNvPr>
          <p:cNvSpPr txBox="1"/>
          <p:nvPr/>
        </p:nvSpPr>
        <p:spPr>
          <a:xfrm>
            <a:off x="1143000" y="4937809"/>
            <a:ext cx="50292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shopping experience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inventory tracking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customer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2223853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E7F3E-DC89-FB16-0788-D748ECA5C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2415" y="1553481"/>
            <a:ext cx="5127170" cy="547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Future Scope</a:t>
            </a: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F59CFC6F-429F-A196-1844-17EC003C740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3657" y="130629"/>
            <a:ext cx="11560629" cy="1088571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FF0631-2D49-9E91-BF3B-01F2738292A5}"/>
              </a:ext>
            </a:extLst>
          </p:cNvPr>
          <p:cNvSpPr txBox="1"/>
          <p:nvPr/>
        </p:nvSpPr>
        <p:spPr>
          <a:xfrm>
            <a:off x="805543" y="1992477"/>
            <a:ext cx="183968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00A480-D236-083F-90F4-FB1AF85DA658}"/>
              </a:ext>
            </a:extLst>
          </p:cNvPr>
          <p:cNvSpPr txBox="1"/>
          <p:nvPr/>
        </p:nvSpPr>
        <p:spPr>
          <a:xfrm>
            <a:off x="1725386" y="2469531"/>
            <a:ext cx="6096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lighting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noise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Occlusion Privacy concerns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computational requirements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48EEC5-BB83-7B45-C206-52B1E3A5B31B}"/>
              </a:ext>
            </a:extLst>
          </p:cNvPr>
          <p:cNvSpPr txBox="1"/>
          <p:nvPr/>
        </p:nvSpPr>
        <p:spPr>
          <a:xfrm>
            <a:off x="805543" y="4078012"/>
            <a:ext cx="21989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5E1970-F30F-3ED9-70B3-08412309FB9B}"/>
              </a:ext>
            </a:extLst>
          </p:cNvPr>
          <p:cNvSpPr txBox="1"/>
          <p:nvPr/>
        </p:nvSpPr>
        <p:spPr>
          <a:xfrm>
            <a:off x="1725386" y="4454690"/>
            <a:ext cx="60960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healthcare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robotics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agriculture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transportation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automated retail systems</a:t>
            </a:r>
          </a:p>
        </p:txBody>
      </p:sp>
    </p:spTree>
    <p:extLst>
      <p:ext uri="{BB962C8B-B14F-4D97-AF65-F5344CB8AC3E}">
        <p14:creationId xmlns:p14="http://schemas.microsoft.com/office/powerpoint/2010/main" val="323526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4C8E0-0C4B-2B3D-878B-905FC8311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enables machines to understand visual information and make intelligent decisions. </a:t>
            </a:r>
          </a:p>
          <a:p>
            <a:pPr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healthcare, surveillance, autonomous vehicles, agriculture, and retail. </a:t>
            </a:r>
          </a:p>
          <a:p>
            <a:pPr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technology improves automation, accuracy, and efficiency across industries. </a:t>
            </a:r>
          </a:p>
          <a:p>
            <a:pPr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AI continues to advance, Computer Vision will play an even greater role in solving real-world challenges.</a:t>
            </a:r>
          </a:p>
          <a:p>
            <a:endParaRPr lang="en-IN" dirty="0"/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10B46D44-E852-74D4-6CD2-DA50A2462E9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2771" y="250372"/>
            <a:ext cx="11560629" cy="108857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567147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271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</vt:lpstr>
      <vt:lpstr>Times New Roman</vt:lpstr>
      <vt:lpstr>Office Theme</vt:lpstr>
      <vt:lpstr>Real-World Applications of Computer 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Harshitha G S</dc:creator>
  <cp:lastModifiedBy>Harshitha G S</cp:lastModifiedBy>
  <cp:revision>1</cp:revision>
  <dcterms:created xsi:type="dcterms:W3CDTF">2026-07-15T03:45:13Z</dcterms:created>
  <dcterms:modified xsi:type="dcterms:W3CDTF">2026-07-16T08:29:25Z</dcterms:modified>
</cp:coreProperties>
</file>